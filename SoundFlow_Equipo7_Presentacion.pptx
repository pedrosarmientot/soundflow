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posición" id="{BFBAC4FB-7D03-0A75-B9CB-02AEE4A7A84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8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022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Saludo y presentación del equipo. Cada integrante dice su nombre y el método que defenderá. Duración total de la exposición: 18 minutos (3:06 PM – 3:24 PM). Mencionar que el código, las pruebas y el README están en el repositorio de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[0:30–2:00] Explicar con palabras propias: un reproductor necesita controlar su lista de reproducción y poder ir a la canción siguiente y a la anterior. Por eso elegimos una lista doblemente enlazada. Cada canción tiene id, título, artista y duración en segundos. Presentar los 5 métodos y quién los implementó.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[2:00–4:00] Dibujar mentalmente la cadena. Cada nodo guarda la canción y dos punteros: anterior (prev) y siguiente (next). La lista guarda primero y ultimo, más el tamaño. Ventajas frente a la lista simple: se recorre en ambos sentidos y, teniendo el nodo, se desenlaza en O(1) porque ya conocemos su vecino anterior. No se usó ArrayList ni ninguna colección de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[4:00–5:00] Recorrer las clases: Cancion (datos y validaciones), NodoDoble (canción + dos punteros), Playlist (primero, ultimo, tamanio y los 5 métodos). verificarIntegridad() lo usamos en las pruebas para comprobar prev/next.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[5:00–7:00] Onel. Explicar que el recorrido directo parte de 'primero' y sigue 'siguiente'; el inverso parte de 'ultimo' y sigue 'anterior'. Complejidad O(n). Devuelve un texto con ambos recorridos (recorrerAdelante y recorrerAtras devuelven los arreglos). Con la lista vacía retorna dos arreglos vacíos, sin excepción. Prueba clave: el inverso es exactamente el directo al revés.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[7:00–9:30] Pedro Luis. Caso del examen: mover la última canción (S4) al inicio. Pasos: 1) buscar el nodo; 2) desenlazarlo: su anterior apunta a su siguiente (aquí S3.siguiente = null y ultimo = S3); 3) enlazarlo al inicio: S4.siguiente = S1, S1.anterior = S4, primero = S4, S4.anterior = null. Casos de borde: id no encontrado o lista vacía → false; ya es la primera → true sin cambios; id nulo → IllegalArgumentException. El nodo se mueve, no se copia.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[9:30–11:00] Daniela. Se recorre la lista sumando duracionSegundos en una variable long (evita desbordamiento). Luego minutos = total / 60 y segundos = total % 60. Ejemplo: 355 + 209 + 213 + 200 = 977 s = 16 min 17 s. Lista vacía o canciones de 0 s dan 0 min 0 s. Aclaración asumida: no se convierte a horas (3600 s = 60 min 0 s) porque el enunciado pide minutos y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[11:00–13:00] María Fernanda. Se recorre toda la lista; antes de desenlazar un nodo se guarda su siguiente para no perder el recorrido. El desenlace maneja tres casos: cabeza (primero avanza), cola (ultimo retrocede) y medio (los vecinos se enlazan entre sí). Retorna la cantidad eliminada; 0 si el artista no existe o la lista está vacía. Se compara sin distinguir mayúsculas ni espacios en los extremos (decisión documentada). Si se eliminan todas, primero y ultimo quedan en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[Tiempo sugerido: 1:30] Amalia. Se buscan los dos nodos por id; si alguno no existe devuelve false y si es el mismo id devuelve true sin cambios. Se guardan los vecinos de ambos nodos y se reenlazan los punteros anterior y siguiente, sin copiar las canciones. Hay tres casos: a justo antes de b, b justo antes de a, y no adyacentes. Al final se actualizan primero y ultimo si alguno de los dos era la cabeza o la cola. Ejemplo: intercambiar S1 y S4 deja S4, S2, S3, S1 con S4.prev = null y S1.next = null. Id nulo → IllegalArgumentException. Ojo con el tiempo: con esta diapositiva extra el total pasa de 18 min; hay que recortar alrededor de 1:30 en otras partes (por ejemplo la demo).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[13:00–14:30] 69 pruebas ejecutadas, todas exitosas. Se escribieron con aserciones manuales (sin dependencias externas) y se ejecutan con la clase PruebasPlaylist. Cubren flujos normales, casos negativos (lista vacía, elemento no encontrado, excepciones) y casos de borde. Incluimos el caso sugerido por el profesor: insertar 4 canciones, recorrer en ambos sentidos, mover la última al inicio y verificar prev/next.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[14:30–16:30] Ejecutar en IntelliJ la configuración 'Main (demo)' y luego 'Ejecutar pruebas'. Mostrar: lista inicial en ambos sentidos, duración total (16 min 17 s), mover S4 al inicio con los punteros prev/next impresos, eliminar 'Queen' (2 canciones) y duración final (6 min 53 s). Mostrar también el intercambio de S3 y S4 con sus punteros prev/next. Cerrar mostrando que las 69 pruebas pasan. Plan B: capturas en el README si falla el entorno.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[16:30–17:15] Cerrar con las ideas principales: la lista doblemente enlazada facilita navegar en ambos sentidos y reenlazar nodos con pocos cambios de punteros; lo más delicado es el orden de las asignaciones al desenlazar y los casos de borde (cabeza, cola, lista vacía); las pruebas con verificarIntegridad() dieron confianza. Abrir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[17:15–18:00] Declaración honesta y específica. Se usó un asistente de IA para: generar el borrador del código Java, proponer y escribir las pruebas, refactorizar (reutilizar desenlazar/enlazarAlInicio) y redactar README y presentación. El equipo revisó, compiló, ejecutó las pruebas y adaptó el trabajo; todos pueden explicar el código. (Completar con los ajustes propios que haga el equipo antes de entregar.)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65176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SoundFlow · Equipo 7 · Estructuras de Datos 2026-2027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29162" y="626432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SoundFlow: playlist con Lista Doblemente Enlazada</a:t>
            </a:r>
            <a:endParaRPr lang="en-US" sz="3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29162" y="2036246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Equipo 7 · Estructuras de Datos (Curso 2026-2027).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Examen Parcial.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Facultad de </a:t>
            </a:r>
            <a:r>
              <a:rPr lang="en-US" dirty="0"/>
              <a:t>Ciencias Técnicas</a:t>
            </a:r>
            <a:r>
              <a:rPr lang="en-US" sz="1600" dirty="0">
                <a:solidFill>
                  <a:schemeClr val="bg2"/>
                </a:solidFill>
              </a:rPr>
              <a:t> · Ingeniería Informática · 2do año.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 Integrantes: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·Onel Alejandro Olivera Díaz.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·Pedro Luis Sarmiento Torres.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·Daniela González Alemán.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·María Fernanda Rodríguez Díaz.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·Amalia Aguiar Pereda.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Problemática: el reproductor SoundFlow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 reproductor de audio digital debe controlar su playlist: avanzar, retroceder, reordenar y limpiar canciones sin reconstruir toda la lista.</a:t>
            </a:r>
            <a:endParaRPr lang="en-US" sz="1500" dirty="0"/>
          </a:p>
        </p:txBody>
      </p:sp>
      <p:sp>
        <p:nvSpPr>
          <p:cNvPr id="5" name="card De cada canción se conoce"/>
          <p:cNvSpPr/>
          <p:nvPr/>
        </p:nvSpPr>
        <p:spPr>
          <a:xfrm>
            <a:off x="45720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286000"/>
            <a:ext cx="64008" cy="2286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359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 cada canción se conoce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4320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 (identificador único)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título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artista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duraciónSegundos</a:t>
            </a:r>
            <a:endParaRPr lang="en-US" sz="1300" dirty="0"/>
          </a:p>
        </p:txBody>
      </p:sp>
      <p:sp>
        <p:nvSpPr>
          <p:cNvPr id="9" name="card Métodos del equipo (1 por integrante)"/>
          <p:cNvSpPr/>
          <p:nvPr/>
        </p:nvSpPr>
        <p:spPr>
          <a:xfrm>
            <a:off x="4884534" y="1667347"/>
            <a:ext cx="3931920" cy="1964595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7970" y="1371600"/>
            <a:ext cx="45719" cy="256577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37760" y="126801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Métodos del equipo (1 por integrante)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1600200"/>
            <a:ext cx="3611880" cy="16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NavegarAdelanteYAtras() — Onel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MoverCancionAlInicio(id) — Pedro Luis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DuracionTotalPlaylist() — Daniela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EliminarCancionPorArtista(artista) — María Fernanda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IntercambiarCanciones(id1, id2) — Amalia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La estructura: lista doblemente enlazada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1280160" y="1051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primero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629400" y="1051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ultimo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null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⇄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⇄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null</a:t>
            </a:r>
            <a:endParaRPr lang="en-US" sz="1300" dirty="0"/>
          </a:p>
        </p:txBody>
      </p:sp>
      <p:sp>
        <p:nvSpPr>
          <p:cNvPr id="10" name="nodo S1"/>
          <p:cNvSpPr/>
          <p:nvPr/>
        </p:nvSpPr>
        <p:spPr>
          <a:xfrm>
            <a:off x="1188720" y="1417320"/>
            <a:ext cx="128016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1417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S1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anterior | siguiente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1783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⇄</a:t>
            </a:r>
            <a:endParaRPr lang="en-US" sz="2400" dirty="0"/>
          </a:p>
        </p:txBody>
      </p:sp>
      <p:sp>
        <p:nvSpPr>
          <p:cNvPr id="13" name="nodo S2"/>
          <p:cNvSpPr/>
          <p:nvPr/>
        </p:nvSpPr>
        <p:spPr>
          <a:xfrm>
            <a:off x="2971800" y="1417320"/>
            <a:ext cx="128016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71800" y="1417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S2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anterior | siguiente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251960" y="1783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⇄</a:t>
            </a:r>
            <a:endParaRPr lang="en-US" sz="2400" dirty="0"/>
          </a:p>
        </p:txBody>
      </p:sp>
      <p:sp>
        <p:nvSpPr>
          <p:cNvPr id="16" name="nodo S3"/>
          <p:cNvSpPr/>
          <p:nvPr/>
        </p:nvSpPr>
        <p:spPr>
          <a:xfrm>
            <a:off x="4754880" y="1417320"/>
            <a:ext cx="128016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1417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S3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anterior | siguiente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1783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⇄</a:t>
            </a:r>
            <a:endParaRPr lang="en-US" sz="2400" dirty="0"/>
          </a:p>
        </p:txBody>
      </p:sp>
      <p:sp>
        <p:nvSpPr>
          <p:cNvPr id="19" name="nodo S4"/>
          <p:cNvSpPr/>
          <p:nvPr/>
        </p:nvSpPr>
        <p:spPr>
          <a:xfrm>
            <a:off x="6537960" y="1417320"/>
            <a:ext cx="128016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1417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S4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anterior | siguiente</a:t>
            </a:r>
            <a:endParaRPr lang="en-US" sz="1800" dirty="0"/>
          </a:p>
        </p:txBody>
      </p:sp>
      <p:sp>
        <p:nvSpPr>
          <p:cNvPr id="21" name="card Invariantes que se verifican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926080"/>
            <a:ext cx="64008" cy="1645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2999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Invariantes que se verifican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3832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primero.anterior == null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ultimo.siguiente == null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nodo.siguiente.anterior == nodo</a:t>
            </a:r>
            <a:endParaRPr lang="en-US" sz="1300" dirty="0"/>
          </a:p>
        </p:txBody>
      </p:sp>
      <p:sp>
        <p:nvSpPr>
          <p:cNvPr id="25" name="card Por qué doblemente enlazada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2926080"/>
            <a:ext cx="64008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46320" y="2999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 qué doblemente enlazada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33832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Recorrido directo e inverso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Desenlazar un nodo en O(1)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Mover/eliminar sin buscar el previo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Diseño orientado a objetos</a:t>
            </a:r>
            <a:endParaRPr lang="en-US" sz="2400" dirty="0"/>
          </a:p>
        </p:txBody>
      </p:sp>
      <p:sp>
        <p:nvSpPr>
          <p:cNvPr id="4" name="card Cancion"/>
          <p:cNvSpPr/>
          <p:nvPr/>
        </p:nvSpPr>
        <p:spPr>
          <a:xfrm>
            <a:off x="457200" y="1097280"/>
            <a:ext cx="260604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Cancion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id, titulo, artista, duracionSegundos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Constructor, getters, setters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toString()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Valida: sin vacíos y duración ≥ 0</a:t>
            </a:r>
            <a:endParaRPr lang="en-US" sz="1300" dirty="0"/>
          </a:p>
        </p:txBody>
      </p:sp>
      <p:sp>
        <p:nvSpPr>
          <p:cNvPr id="8" name="card NodoDoble"/>
          <p:cNvSpPr/>
          <p:nvPr/>
        </p:nvSpPr>
        <p:spPr>
          <a:xfrm>
            <a:off x="3268980" y="1097280"/>
            <a:ext cx="260604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8980" y="1097280"/>
            <a:ext cx="64008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1860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NodoDoble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51860" y="155448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cancion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anterior (prev)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siguiente (next)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Constructor: punteros en null</a:t>
            </a:r>
            <a:endParaRPr lang="en-US" sz="1300" dirty="0"/>
          </a:p>
        </p:txBody>
      </p:sp>
      <p:sp>
        <p:nvSpPr>
          <p:cNvPr id="12" name="card Playlist"/>
          <p:cNvSpPr/>
          <p:nvPr/>
        </p:nvSpPr>
        <p:spPr>
          <a:xfrm>
            <a:off x="6080760" y="1097280"/>
            <a:ext cx="260604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1097280"/>
            <a:ext cx="64008" cy="3474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Playlist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155448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primero, ultimo, tamanio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insertarAlFinal / insertarAlInicio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 5 métodos requeridos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desenlazar() y enlazarAlInicio() reutilizados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verificarIntegridad()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a) NavegarAdelanteYAtras() — Onel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754880" cy="3474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Cancion[] recorrerAdelante()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Cancion[] r = new Cancion[tamanio];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(NodoDoble a = primero; a != null;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 = a.getSiguiente())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r[i++] = a.getCancion();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Cancion[] recorrerAtras()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for (NodoDoble a = ultimo; a != null;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 = a.getAnterior())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card Claves"/>
          <p:cNvSpPr/>
          <p:nvPr/>
        </p:nvSpPr>
        <p:spPr>
          <a:xfrm>
            <a:off x="5440680" y="1097280"/>
            <a:ext cx="32461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40680" y="1097280"/>
            <a:ext cx="64008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170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Claves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5544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Complejidad O(n)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Retorna un texto con ambos órdenes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Lista vacía → arreglos vacíos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Usa los dos punteros de cada nodo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b) MoverCancionAlInicio(id) — Pedro Luis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Antes:   S1 ⇄ S2 ⇄ S3 ⇄ S4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Después: S4 ⇄ S1 ⇄ S2 ⇄ S3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4754880" cy="2651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0116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NodoDoble nodo = buscarNodo(id);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(nodo == null) return false;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(nodo == primero) return true;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desenlazar(nodo);      // vecinos 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// reconectan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enlazarAlInicio(nodo); // nodo.siguiente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//  = primero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// primero.anterior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//  = nodo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true;</a:t>
            </a:r>
            <a:endParaRPr lang="en-US" sz="1100" dirty="0"/>
          </a:p>
        </p:txBody>
      </p:sp>
      <p:sp>
        <p:nvSpPr>
          <p:cNvPr id="8" name="card Casos cubiertos"/>
          <p:cNvSpPr/>
          <p:nvPr/>
        </p:nvSpPr>
        <p:spPr>
          <a:xfrm>
            <a:off x="5440680" y="1051560"/>
            <a:ext cx="3246120" cy="3520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0680" y="1051560"/>
            <a:ext cx="64008" cy="3520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23560" y="1124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Casos cubiertos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1508760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Mover la última (caso del examen)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Mover una intermedia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Ya es la primera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 no encontrado → false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Lista vacía → false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 nulo → excepción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c) DuracionTotalPlaylist() — Daniela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754880" cy="1828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total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(NodoDoble a = primero; a != null;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 = a.getSiguiente())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+= a.getCancion().getDuracionSegundos();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(total / 60) + " min 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(total % 60) + " s";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089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355 + 209 + 213 + 200 = 977 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977 / 60 = 16  ·  977 % 60 = 17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16 min 17 s</a:t>
            </a:r>
            <a:endParaRPr lang="en-US" sz="1600" dirty="0"/>
          </a:p>
        </p:txBody>
      </p:sp>
      <p:sp>
        <p:nvSpPr>
          <p:cNvPr id="7" name="card Casos cubiertos"/>
          <p:cNvSpPr/>
          <p:nvPr/>
        </p:nvSpPr>
        <p:spPr>
          <a:xfrm>
            <a:off x="5440680" y="1097280"/>
            <a:ext cx="32461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40680" y="109728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23560" y="1170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Casos cubiertos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15544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Suma normal (4 canciones)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Lista vacía → 0 min 0 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Duración cero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59 s, 60 s y 3600 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Acarreo 45 s + 45 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 desbordamiento (long)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d) EliminarCancionPorArtista — María Fernanda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754880" cy="3474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NodoDoble actual = primero;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(actual != null)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NodoDoble proximo = actual.getSiguiente();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(artista coincide)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desenlazar(actual);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eliminadas++;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actual = proximo;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eliminadas;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desenlazar: cabeza, cola o medio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 deja tamanio actualizado</a:t>
            </a:r>
            <a:endParaRPr lang="en-US" sz="1100" dirty="0"/>
          </a:p>
        </p:txBody>
      </p:sp>
      <p:sp>
        <p:nvSpPr>
          <p:cNvPr id="6" name="card Casos cubiertos"/>
          <p:cNvSpPr/>
          <p:nvPr/>
        </p:nvSpPr>
        <p:spPr>
          <a:xfrm>
            <a:off x="5440680" y="1097280"/>
            <a:ext cx="32461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40680" y="109728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170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Casos cubiertos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5544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Varias, no consecutivas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 inicio, al final, en medio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Todas → lista vacía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Artista sin canciones → 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Lista vacía → 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Artista nulo → excepción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e) IntercambiarCanciones — Amalia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754880" cy="3474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NodoDoble a = buscarNodo(id1);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NodoDoble b = buscarNodo(id2);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 == null || b == null) return false;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 == b) return true;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 guardan los vecinos de a y de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antA, sigA, antB, sigB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a justo antes de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b justo antes de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no adyacentes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-&gt; reenlazar anterior/siguiente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de a, de b y de sus vecinos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(primero == a) primero = b;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(ultimo == a) ultimo = b;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true;</a:t>
            </a:r>
            <a:endParaRPr lang="en-US" sz="1100" dirty="0"/>
          </a:p>
        </p:txBody>
      </p:sp>
      <p:sp>
        <p:nvSpPr>
          <p:cNvPr id="6" name="card Casos cubiertos"/>
          <p:cNvSpPr/>
          <p:nvPr/>
        </p:nvSpPr>
        <p:spPr>
          <a:xfrm>
            <a:off x="5440680" y="1097280"/>
            <a:ext cx="32461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40680" y="109728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170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Casos cubiertos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5544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Primera con última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Nodos adyacentes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Argumentos en cualquier orden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Mismo id → sin cambios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 no encontrado → false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Lista vacía → false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 nulo → excepción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Pruebas: positivas, negativas y de borde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23444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69</a:t>
            </a:r>
            <a:endParaRPr lang="en-US" sz="3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pruebas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828800" y="1097280"/>
            <a:ext cx="123444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0" y="10972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69</a:t>
            </a:r>
            <a:endParaRPr lang="en-US" sz="3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exitosas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1234440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0" y="10972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0</a:t>
            </a:r>
            <a:endParaRPr lang="en-US" sz="3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fallidas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32863"/>
              </p:ext>
            </p:extLst>
          </p:nvPr>
        </p:nvGraphicFramePr>
        <p:xfrm>
          <a:off x="4663440" y="1309624"/>
          <a:ext cx="4023360" cy="224942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Sección (PruebasPlaylist)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N.º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Estructura base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a) Navegar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b) Mover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c) Duración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d) Eliminar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e) Intercambiar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100456"/>
                  </a:ext>
                </a:extLst>
              </a:tr>
            </a:tbl>
          </a:graphicData>
        </a:graphic>
      </p:graphicFrame>
      <p:sp>
        <p:nvSpPr>
          <p:cNvPr id="11" name="card Qué se verifica"/>
          <p:cNvSpPr/>
          <p:nvPr/>
        </p:nvSpPr>
        <p:spPr>
          <a:xfrm>
            <a:off x="457200" y="2423160"/>
            <a:ext cx="402336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2423160"/>
            <a:ext cx="64008" cy="2148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2496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Qué se verifica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2880360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Positivas: orden directo e inverso, duración, eliminar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Negativas: lista vacía, id/artista inexistente, null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Borde: 1 nodo, cabeza, cola, 0 s, vaciar la lista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Demostración en vivo</a:t>
            </a:r>
            <a:endParaRPr lang="en-US" sz="2400" dirty="0"/>
          </a:p>
        </p:txBody>
      </p:sp>
      <p:sp>
        <p:nvSpPr>
          <p:cNvPr id="4" name="card Guion de la demo (Main)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Guion de la demo (Main)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Insertar 4 canciones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Recorrer adelante y atrás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Duración total: 16 min 17 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Mover S4 al inicio y mostrar prev/next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Eliminar «Queen»: 2 canciones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Eliminar un artista inexistente: 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Intercambiar S3 y S4 (prev/next)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11887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S4: prev=null, next=S1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S1: prev=S4,   next=S2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S2: prev=S1,   next=S3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 prev=S2,   next=null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Integridad de punteros: true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Pruebas ejecutadas: 69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Exitosas:           69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Fallidas:          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Conclusiones</a:t>
            </a:r>
            <a:endParaRPr lang="en-US" sz="2400" dirty="0"/>
          </a:p>
        </p:txBody>
      </p:sp>
      <p:sp>
        <p:nvSpPr>
          <p:cNvPr id="4" name="card Lo que aprendimos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704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 que aprendimos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Dos punteros por nodo permiten navegar en ambos sentidos y mover o eliminar sin buscar el nodo previo.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 delicado son los casos de borde: cabeza, cola, lista de un nodo y lista vacía.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Guardar el «siguiente» antes de desenlazar evita perder el recorrido al eliminar varios nodos.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verificarIntegridad() comprueba prev/next en ambos sentidos después de cada operación probada.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Cada integrante implementó, probó y puede explicar su método.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Declaración de uso de Inteligencia Artificial</a:t>
            </a:r>
            <a:endParaRPr lang="en-US" sz="2400" dirty="0"/>
          </a:p>
        </p:txBody>
      </p:sp>
      <p:sp>
        <p:nvSpPr>
          <p:cNvPr id="4" name="card Dónde se usó IA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Dónde se usó IA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Borrador del código Java.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Pruebas (positivas, negativas y de borde).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Refactorización (métodos auxiliares).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/>
              <a:t>Parte de la r</a:t>
            </a:r>
            <a:r>
              <a:rPr lang="en-US" sz="1300" dirty="0">
                <a:solidFill>
                  <a:schemeClr val="tx1"/>
                </a:solidFill>
              </a:rPr>
              <a:t>edacción del README.</a:t>
            </a:r>
            <a:endParaRPr lang="en-US" sz="1300" dirty="0"/>
          </a:p>
        </p:txBody>
      </p:sp>
      <p:sp>
        <p:nvSpPr>
          <p:cNvPr id="8" name="card Qué hizo el equipo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09728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Qué hizo el equipo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55448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Revisó y entendió cada línea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Compiló y ejecutó las 69 pruebas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Adaptó y defiende su método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Responde preguntas sobre el código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ndFlow">
  <a:themeElements>
    <a:clrScheme name="SoundFlow">
      <a:dk1>
        <a:srgbClr val="1B1F3B"/>
      </a:dk1>
      <a:lt1>
        <a:srgbClr val="FFFFFF"/>
      </a:lt1>
      <a:dk2>
        <a:srgbClr val="3A3470"/>
      </a:dk2>
      <a:lt2>
        <a:srgbClr val="F3F0FA"/>
      </a:lt2>
      <a:accent1>
        <a:srgbClr val="7C4DFF"/>
      </a:accent1>
      <a:accent2>
        <a:srgbClr val="00A896"/>
      </a:accent2>
      <a:accent3>
        <a:srgbClr val="E5484D"/>
      </a:accent3>
      <a:accent4>
        <a:srgbClr val="F5A524"/>
      </a:accent4>
      <a:accent5>
        <a:srgbClr val="2E90FA"/>
      </a:accent5>
      <a:accent6>
        <a:srgbClr val="9575CD"/>
      </a:accent6>
      <a:hlink>
        <a:srgbClr val="2E90FA"/>
      </a:hlink>
      <a:folHlink>
        <a:srgbClr val="9575CD"/>
      </a:folHlink>
    </a:clrScheme>
    <a:fontScheme name="SoundFlow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2307</Words>
  <Application>Microsoft Office PowerPoint</Application>
  <PresentationFormat>On-screen Show (16:9)</PresentationFormat>
  <Paragraphs>270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SoundFlow</vt:lpstr>
      <vt:lpstr>SoundFlow: playlist con Lista Doblemente Enlazada</vt:lpstr>
      <vt:lpstr>Problemática: el reproductor SoundFlow</vt:lpstr>
      <vt:lpstr>La estructura: lista doblemente enlazada</vt:lpstr>
      <vt:lpstr>Diseño orientado a objetos</vt:lpstr>
      <vt:lpstr>a) NavegarAdelanteYAtras() — Onel</vt:lpstr>
      <vt:lpstr>b) MoverCancionAlInicio(id) — Pedro Luis</vt:lpstr>
      <vt:lpstr>c) DuracionTotalPlaylist() — Daniela</vt:lpstr>
      <vt:lpstr>d) EliminarCancionPorArtista — María Fernanda</vt:lpstr>
      <vt:lpstr>e) IntercambiarCanciones — Amalia</vt:lpstr>
      <vt:lpstr>Pruebas: positivas, negativas y de borde</vt:lpstr>
      <vt:lpstr>Demostración en vivo</vt:lpstr>
      <vt:lpstr>Conclusiones</vt:lpstr>
      <vt:lpstr>Declaración de uso de Inteligencia Artificial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SoundFlow - Equipo 7</dc:title>
  <dc:subject>PptxGenJS Presentation</dc:subject>
  <dc:creator>Equipo 7</dc:creator>
  <cp:lastModifiedBy>hermes diaz</cp:lastModifiedBy>
  <cp:revision>7</cp:revision>
  <dcterms:created xsi:type="dcterms:W3CDTF">2026-10-10T23:52:17Z</dcterms:created>
  <dcterms:modified xsi:type="dcterms:W3CDTF">2026-10-11T15:19:38Z</dcterms:modified>
</cp:coreProperties>
</file>